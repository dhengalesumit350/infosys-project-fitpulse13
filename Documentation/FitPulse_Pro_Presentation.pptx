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822960"/>
            <a:ext cx="2286000" cy="2286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572000"/>
            <a:ext cx="32004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777240" cy="777240"/>
          </a:xfrm>
          <a:prstGeom prst="rect">
            <a:avLst/>
          </a:prstGeom>
          <a:solidFill>
            <a:srgbClr val="38BDF8">
              <a:alpha val="2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8229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371600" y="1508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Governance Suite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45720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Fitbit Data Analytics Pipeline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920240" cy="347472"/>
          </a:xfrm>
          <a:prstGeom prst="rect">
            <a:avLst/>
          </a:prstGeom>
          <a:solidFill>
            <a:srgbClr val="1E3A5F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Preprocessing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2788920"/>
            <a:ext cx="1920240" cy="347472"/>
          </a:xfrm>
          <a:prstGeom prst="rect">
            <a:avLst/>
          </a:prstGeom>
          <a:solidFill>
            <a:srgbClr val="1E3A5F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Pattern Extraction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1920240" cy="347472"/>
          </a:xfrm>
          <a:prstGeom prst="rect">
            <a:avLst/>
          </a:prstGeom>
          <a:solidFill>
            <a:srgbClr val="1E3A5F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Anomaly Detection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2788920"/>
            <a:ext cx="1920240" cy="347472"/>
          </a:xfrm>
          <a:prstGeom prst="rect">
            <a:avLst/>
          </a:prstGeom>
          <a:solidFill>
            <a:srgbClr val="1E3A5F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Insights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Sumit Dhengale  |  Infosys Project FitPulse13  |  Python · Streamlit · Prophet · TSFresh · DBSCAN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&amp; The Solution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840480" cy="3291840"/>
          </a:xfrm>
          <a:prstGeom prst="rect">
            <a:avLst/>
          </a:prstGeom>
          <a:solidFill>
            <a:srgbClr val="0F172A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54864" cy="32918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98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73736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Fitbit CSVs full of nulls &amp; inconsistencies</a:t>
            </a:r>
            <a:pPr indent="0" marL="0">
              <a:spcAft>
                <a:spcPts val="1000"/>
              </a:spcAft>
              <a:buNone/>
            </a:pP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pipeline for multi-device health data</a:t>
            </a:r>
            <a:pPr indent="0" marL="0">
              <a:spcAft>
                <a:spcPts val="1000"/>
              </a:spcAft>
              <a:buNone/>
            </a:pP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slow, error-prone, unscalable</a:t>
            </a:r>
            <a:pPr indent="0" marL="0">
              <a:spcAft>
                <a:spcPts val="1000"/>
              </a:spcAft>
              <a:buNone/>
            </a:pP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anomaly alerts for critical health deviations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834640"/>
            <a:ext cx="54864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697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8720"/>
            <a:ext cx="3840480" cy="3291840"/>
          </a:xfrm>
          <a:prstGeom prst="rect">
            <a:avLst/>
          </a:prstGeom>
          <a:solidFill>
            <a:srgbClr val="0F172A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188720"/>
            <a:ext cx="54864" cy="329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298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FitPulse Pro Solution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173736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4-Milestone governance pipeline</a:t>
            </a:r>
            <a:pPr indent="0" marL="0">
              <a:spcAft>
                <a:spcPts val="1000"/>
              </a:spcAft>
              <a:buNone/>
            </a:pP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TSFresh ML modeling suite</a:t>
            </a:r>
            <a:pPr indent="0" marL="0">
              <a:spcAft>
                <a:spcPts val="1000"/>
              </a:spcAft>
              <a:buNone/>
            </a:pP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anomaly engine (Rules + Residuals + DBSCAN)</a:t>
            </a:r>
            <a:pPr indent="0" marL="0">
              <a:spcAft>
                <a:spcPts val="1000"/>
              </a:spcAft>
              <a:buNone/>
            </a:pP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with PDF/CSV export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1463040" cy="2560320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1463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17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Steps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Intensities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233172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84832" y="1280160"/>
            <a:ext cx="1463040" cy="256032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84832" y="1280160"/>
            <a:ext cx="146304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1417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30552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30552" y="2514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FUNC_01 Drop Nulls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FUNC_02/03 Impute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47872" y="233172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03904" y="1280160"/>
            <a:ext cx="1463040" cy="2560320"/>
          </a:xfrm>
          <a:prstGeom prst="rect">
            <a:avLst/>
          </a:prstGeom>
          <a:solidFill>
            <a:srgbClr val="0F172A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03904" y="1280160"/>
            <a:ext cx="14630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03904" y="1417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9624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9624" y="2514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TSFresh Features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66944" y="233172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22976" y="1280160"/>
            <a:ext cx="1463040" cy="2560320"/>
          </a:xfrm>
          <a:prstGeom prst="rect">
            <a:avLst/>
          </a:prstGeom>
          <a:solidFill>
            <a:srgbClr val="0F172A"/>
          </a:solidFill>
          <a:ln w="254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22976" y="1280160"/>
            <a:ext cx="146304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1417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568696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68696" y="2514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Residuals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DBSCAN Outliers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86016" y="233172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42048" y="1280160"/>
            <a:ext cx="1463040" cy="2560320"/>
          </a:xfrm>
          <a:prstGeom prst="rect">
            <a:avLst/>
          </a:prstGeom>
          <a:solidFill>
            <a:srgbClr val="0F172A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42048" y="1280160"/>
            <a:ext cx="1463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1417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287768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Dashboard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87768" y="2514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Heatmaps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PDF/CSV Reports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1E3A5F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 ·  Streamlit  ·  Prophet  ·  TSFresh  ·  scikit-learn  ·  Plotly  ·  Altair  ·  FPDF  ·  Pandas  ·  NumPy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Data Governance &amp; Preprocessing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54864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389888"/>
            <a:ext cx="438912" cy="438912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898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2893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Ingestion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160020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→ raw DataFrame stored in session state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841248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21408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276856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768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1762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Diagnostics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48716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bar &amp; donut charts showing missing data ratio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008376"/>
            <a:ext cx="841248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08376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163824"/>
            <a:ext cx="438912" cy="438912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63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Protocol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37413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FUNC_01: Drop null dates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FUNC_02: Impute Workout_Type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FUNC_03: Mean-fill numeric cols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895344"/>
            <a:ext cx="841248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895344"/>
            <a:ext cx="54864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50792"/>
            <a:ext cx="438912" cy="438912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50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950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Export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426110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heatmap, histograms, cleaned CSV download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Diagnostics UI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3383280"/>
          </a:xfrm>
          <a:prstGeom prst="rect">
            <a:avLst/>
          </a:prstGeom>
          <a:solidFill>
            <a:srgbClr val="0A0E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Null Distribution by Column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502920" cy="932688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325880" y="2587752"/>
            <a:ext cx="502920" cy="658368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2918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HeartRate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011680" y="2752344"/>
            <a:ext cx="502920" cy="493776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32918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97480" y="2478024"/>
            <a:ext cx="502920" cy="768096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32918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383280" y="2697480"/>
            <a:ext cx="502920" cy="548640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2918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5488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  Data Integrity Ratio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1737360"/>
            <a:ext cx="2194560" cy="2194560"/>
          </a:xfrm>
          <a:prstGeom prst="ellipse">
            <a:avLst/>
          </a:prstGeom>
          <a:solidFill>
            <a:srgbClr val="10B981">
              <a:alpha val="6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2240280"/>
            <a:ext cx="1188720" cy="1188720"/>
          </a:xfrm>
          <a:prstGeom prst="ellipse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377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F172A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617720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451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detection of missing fields — zero manual inspection required. System flags columns exceeding null threshold before cleaning.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EDA &amp; Correlation Heatmap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5029200" cy="3383280"/>
          </a:xfrm>
          <a:prstGeom prst="rect">
            <a:avLst/>
          </a:prstGeom>
          <a:solidFill>
            <a:srgbClr val="0A0E1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Correlation Matrix (Viridis)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804672" cy="457200"/>
          </a:xfrm>
          <a:prstGeom prst="rect">
            <a:avLst/>
          </a:prstGeom>
          <a:solidFill>
            <a:srgbClr val="A855F7">
              <a:alpha val="8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1645920"/>
            <a:ext cx="804672" cy="457200"/>
          </a:xfrm>
          <a:prstGeom prst="rect">
            <a:avLst/>
          </a:prstGeom>
          <a:solidFill>
            <a:srgbClr val="0D9488">
              <a:alpha val="4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31136" y="1645920"/>
            <a:ext cx="804672" cy="457200"/>
          </a:xfrm>
          <a:prstGeom prst="rect">
            <a:avLst/>
          </a:prstGeom>
          <a:solidFill>
            <a:srgbClr val="0D9488">
              <a:alpha val="4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72384" y="1645920"/>
            <a:ext cx="804672" cy="457200"/>
          </a:xfrm>
          <a:prstGeom prst="rect">
            <a:avLst/>
          </a:prstGeom>
          <a:solidFill>
            <a:srgbClr val="0D9488">
              <a:alpha val="2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3632" y="1645920"/>
            <a:ext cx="804672" cy="457200"/>
          </a:xfrm>
          <a:prstGeom prst="rect">
            <a:avLst/>
          </a:prstGeom>
          <a:solidFill>
            <a:srgbClr val="0D9488">
              <a:alpha val="3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48840"/>
            <a:ext cx="804672" cy="457200"/>
          </a:xfrm>
          <a:prstGeom prst="rect">
            <a:avLst/>
          </a:prstGeom>
          <a:solidFill>
            <a:srgbClr val="0D9488">
              <a:alpha val="4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9888" y="2148840"/>
            <a:ext cx="804672" cy="457200"/>
          </a:xfrm>
          <a:prstGeom prst="rect">
            <a:avLst/>
          </a:prstGeom>
          <a:solidFill>
            <a:srgbClr val="A855F7">
              <a:alpha val="8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31136" y="2148840"/>
            <a:ext cx="804672" cy="457200"/>
          </a:xfrm>
          <a:prstGeom prst="rect">
            <a:avLst/>
          </a:prstGeom>
          <a:solidFill>
            <a:srgbClr val="38BDF8">
              <a:alpha val="5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72384" y="2148840"/>
            <a:ext cx="804672" cy="457200"/>
          </a:xfrm>
          <a:prstGeom prst="rect">
            <a:avLst/>
          </a:prstGeom>
          <a:solidFill>
            <a:srgbClr val="A855F7">
              <a:alpha val="7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13632" y="2148840"/>
            <a:ext cx="804672" cy="457200"/>
          </a:xfrm>
          <a:prstGeom prst="rect">
            <a:avLst/>
          </a:prstGeom>
          <a:solidFill>
            <a:srgbClr val="38BDF8">
              <a:alpha val="6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651760"/>
            <a:ext cx="804672" cy="457200"/>
          </a:xfrm>
          <a:prstGeom prst="rect">
            <a:avLst/>
          </a:prstGeom>
          <a:solidFill>
            <a:srgbClr val="0D9488">
              <a:alpha val="4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9888" y="2651760"/>
            <a:ext cx="804672" cy="457200"/>
          </a:xfrm>
          <a:prstGeom prst="rect">
            <a:avLst/>
          </a:prstGeom>
          <a:solidFill>
            <a:srgbClr val="0D9488">
              <a:alpha val="3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31136" y="2651760"/>
            <a:ext cx="804672" cy="457200"/>
          </a:xfrm>
          <a:prstGeom prst="rect">
            <a:avLst/>
          </a:prstGeom>
          <a:solidFill>
            <a:srgbClr val="A855F7">
              <a:alpha val="8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72384" y="2651760"/>
            <a:ext cx="804672" cy="457200"/>
          </a:xfrm>
          <a:prstGeom prst="rect">
            <a:avLst/>
          </a:prstGeom>
          <a:solidFill>
            <a:srgbClr val="10B981">
              <a:alpha val="2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3632" y="2651760"/>
            <a:ext cx="804672" cy="457200"/>
          </a:xfrm>
          <a:prstGeom prst="rect">
            <a:avLst/>
          </a:prstGeom>
          <a:solidFill>
            <a:srgbClr val="0D9488">
              <a:alpha val="3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154680"/>
            <a:ext cx="804672" cy="457200"/>
          </a:xfrm>
          <a:prstGeom prst="rect">
            <a:avLst/>
          </a:prstGeom>
          <a:solidFill>
            <a:srgbClr val="38BDF8">
              <a:alpha val="5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89888" y="3154680"/>
            <a:ext cx="804672" cy="457200"/>
          </a:xfrm>
          <a:prstGeom prst="rect">
            <a:avLst/>
          </a:prstGeom>
          <a:solidFill>
            <a:srgbClr val="38BDF8">
              <a:alpha val="6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31136" y="3154680"/>
            <a:ext cx="804672" cy="457200"/>
          </a:xfrm>
          <a:prstGeom prst="rect">
            <a:avLst/>
          </a:prstGeom>
          <a:solidFill>
            <a:srgbClr val="0D9488">
              <a:alpha val="33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72384" y="3154680"/>
            <a:ext cx="804672" cy="457200"/>
          </a:xfrm>
          <a:prstGeom prst="rect">
            <a:avLst/>
          </a:prstGeom>
          <a:solidFill>
            <a:srgbClr val="A855F7">
              <a:alpha val="8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13632" y="3154680"/>
            <a:ext cx="804672" cy="457200"/>
          </a:xfrm>
          <a:prstGeom prst="rect">
            <a:avLst/>
          </a:prstGeom>
          <a:solidFill>
            <a:srgbClr val="A855F7">
              <a:alpha val="83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657600"/>
            <a:ext cx="804672" cy="457200"/>
          </a:xfrm>
          <a:prstGeom prst="rect">
            <a:avLst/>
          </a:prstGeom>
          <a:solidFill>
            <a:srgbClr val="0D9488">
              <a:alpha val="4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89888" y="3657600"/>
            <a:ext cx="804672" cy="457200"/>
          </a:xfrm>
          <a:prstGeom prst="rect">
            <a:avLst/>
          </a:prstGeom>
          <a:solidFill>
            <a:srgbClr val="38BDF8">
              <a:alpha val="5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31136" y="3657600"/>
            <a:ext cx="804672" cy="457200"/>
          </a:xfrm>
          <a:prstGeom prst="rect">
            <a:avLst/>
          </a:prstGeom>
          <a:solidFill>
            <a:srgbClr val="A855F7">
              <a:alpha val="8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72384" y="3657600"/>
            <a:ext cx="804672" cy="457200"/>
          </a:xfrm>
          <a:prstGeom prst="rect">
            <a:avLst/>
          </a:prstGeom>
          <a:solidFill>
            <a:srgbClr val="A855F7">
              <a:alpha val="7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13632" y="3657600"/>
            <a:ext cx="804672" cy="457200"/>
          </a:xfrm>
          <a:prstGeom prst="rect">
            <a:avLst/>
          </a:prstGeom>
          <a:solidFill>
            <a:srgbClr val="A855F7">
              <a:alpha val="8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1188720"/>
            <a:ext cx="3200400" cy="3383280"/>
          </a:xfrm>
          <a:prstGeom prst="rect">
            <a:avLst/>
          </a:prstGeom>
          <a:solidFill>
            <a:srgbClr val="0A0E1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15000" y="1280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Feature Distributions (Post-Clean)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15000" y="16642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60720" y="2091690"/>
            <a:ext cx="365760" cy="176022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0488" y="1985892"/>
            <a:ext cx="365760" cy="281820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0256" y="1977364"/>
            <a:ext cx="365760" cy="290348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50024" y="2073947"/>
            <a:ext cx="365760" cy="193765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79792" y="2186843"/>
            <a:ext cx="365760" cy="80869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09560" y="2212256"/>
            <a:ext cx="365760" cy="55456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2487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60720" y="2914650"/>
            <a:ext cx="365760" cy="176022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0488" y="2808852"/>
            <a:ext cx="365760" cy="281820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0256" y="2800324"/>
            <a:ext cx="365760" cy="290348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50024" y="2896907"/>
            <a:ext cx="365760" cy="193765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79792" y="3009803"/>
            <a:ext cx="365760" cy="80869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09560" y="3035216"/>
            <a:ext cx="365760" cy="55456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33101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760720" y="3737610"/>
            <a:ext cx="365760" cy="176022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90488" y="3631812"/>
            <a:ext cx="365760" cy="28182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20256" y="3623284"/>
            <a:ext cx="365760" cy="290348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50024" y="3719867"/>
            <a:ext cx="365760" cy="193765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79792" y="3832763"/>
            <a:ext cx="365760" cy="80869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09560" y="3858176"/>
            <a:ext cx="365760" cy="55456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SYSTEM OPTIMIZED: All columns clean · Nulls filled · EDA complete · Ready for ML pipeline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PATTERN EXTRACTION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Pattern Extraction &amp; ML Modeling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0F172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54864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801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Time-Series Input Data  →  Heart Rate · Steps · Sleep · Intensities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3931920" cy="2377440"/>
          </a:xfrm>
          <a:prstGeom prst="rect">
            <a:avLst/>
          </a:prstGeom>
          <a:solidFill>
            <a:srgbClr val="0F172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11680"/>
            <a:ext cx="54864" cy="2377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Prophet Forecasting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5146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uncertainty_samples=0 (10× faster)</a:t>
            </a:r>
            <a:pPr indent="0" marL="0">
              <a:spcAft>
                <a:spcPts val="700"/>
              </a:spcAft>
              <a:buNone/>
            </a:pP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horizon with confidence bands</a:t>
            </a:r>
            <a:pPr indent="0" marL="0">
              <a:spcAft>
                <a:spcPts val="700"/>
              </a:spcAft>
              <a:buNone/>
            </a:pP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 for deviation alerts</a:t>
            </a:r>
            <a:pPr indent="0" marL="0">
              <a:spcAft>
                <a:spcPts val="700"/>
              </a:spcAft>
              <a:buNone/>
            </a:pP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Steps, Sleep forecasted in 2×2 grid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11680"/>
            <a:ext cx="3931920" cy="2377440"/>
          </a:xfrm>
          <a:prstGeom prst="rect">
            <a:avLst/>
          </a:prstGeom>
          <a:solidFill>
            <a:srgbClr val="0F172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011680"/>
            <a:ext cx="54864" cy="2377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TSFresh + Clustering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5146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feature extraction from time-series</a:t>
            </a:r>
            <a:pPr indent="0" marL="0">
              <a:spcAft>
                <a:spcPts val="700"/>
              </a:spcAft>
              <a:buNone/>
            </a:pP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(n_init=3) + DBSCAN clustering</a:t>
            </a:r>
            <a:pPr indent="0" marL="0">
              <a:spcAft>
                <a:spcPts val="700"/>
              </a:spcAft>
              <a:buNone/>
            </a:pP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2D + t-SNE (max_iter=300) projection</a:t>
            </a:r>
            <a:pPr indent="0" marL="0">
              <a:spcAft>
                <a:spcPts val="700"/>
              </a:spcAft>
              <a:buNone/>
            </a:pP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Auto-labeled cluster profile cards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2971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97680" y="2971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343400" y="2971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PATTERN EXTRACTION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Forecasting — 2×2 Grid View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1645920"/>
          </a:xfrm>
          <a:prstGeom prst="rect">
            <a:avLst/>
          </a:prstGeom>
          <a:solidFill>
            <a:srgbClr val="0A0E1A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2435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Forecast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374904" cy="-20574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2107692"/>
            <a:ext cx="374904" cy="106985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8448" y="2214677"/>
            <a:ext cx="374904" cy="-189281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3352" y="2025396"/>
            <a:ext cx="374904" cy="123444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8256" y="2148840"/>
            <a:ext cx="374904" cy="-181051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1967789"/>
            <a:ext cx="374904" cy="98755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98064" y="2066544"/>
            <a:ext cx="374904" cy="-164592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2968" y="1901952"/>
            <a:ext cx="374904" cy="98755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47872" y="2000707"/>
            <a:ext cx="374904" cy="-181051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645920"/>
            <a:ext cx="3566160" cy="914400"/>
          </a:xfrm>
          <a:prstGeom prst="rect">
            <a:avLst/>
          </a:prstGeom>
          <a:solidFill>
            <a:srgbClr val="F43F5E">
              <a:alpha val="8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1600200"/>
            <a:ext cx="0" cy="11430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971800" y="1600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→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114800" cy="1645920"/>
          </a:xfrm>
          <a:prstGeom prst="rect">
            <a:avLst/>
          </a:prstGeom>
          <a:solidFill>
            <a:srgbClr val="0A0E1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2435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Steps Forecast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313432"/>
            <a:ext cx="374904" cy="-2057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21224" y="2107692"/>
            <a:ext cx="374904" cy="106985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214677"/>
            <a:ext cx="374904" cy="-189281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1032" y="2025396"/>
            <a:ext cx="374904" cy="12344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5936" y="2148840"/>
            <a:ext cx="374904" cy="-181051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1967789"/>
            <a:ext cx="374904" cy="98755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95744" y="2066544"/>
            <a:ext cx="374904" cy="-164592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0648" y="1901952"/>
            <a:ext cx="374904" cy="98755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45552" y="2000707"/>
            <a:ext cx="374904" cy="-181051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1645920"/>
            <a:ext cx="3566160" cy="914400"/>
          </a:xfrm>
          <a:prstGeom prst="rect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1600200"/>
            <a:ext cx="0" cy="11430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269480" y="1600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→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65760" y="3063240"/>
            <a:ext cx="4114800" cy="1645920"/>
          </a:xfrm>
          <a:prstGeom prst="rect">
            <a:avLst/>
          </a:prstGeom>
          <a:solidFill>
            <a:srgbClr val="0A0E1A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31181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Duration Forecast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187952"/>
            <a:ext cx="374904" cy="-20574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544" y="3982212"/>
            <a:ext cx="374904" cy="106985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98448" y="4089197"/>
            <a:ext cx="374904" cy="-189281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73352" y="3899916"/>
            <a:ext cx="374904" cy="123444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48256" y="4023360"/>
            <a:ext cx="374904" cy="-181051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23160" y="3842309"/>
            <a:ext cx="374904" cy="98755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98064" y="3941064"/>
            <a:ext cx="374904" cy="-164592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72968" y="3776472"/>
            <a:ext cx="374904" cy="98755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47872" y="3875227"/>
            <a:ext cx="374904" cy="-181051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3520440"/>
            <a:ext cx="3566160" cy="914400"/>
          </a:xfrm>
          <a:prstGeom prst="rect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3474720"/>
            <a:ext cx="0" cy="11430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2971800" y="3474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→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663440" y="3063240"/>
            <a:ext cx="4114800" cy="1645920"/>
          </a:xfrm>
          <a:prstGeom prst="rect">
            <a:avLst/>
          </a:prstGeom>
          <a:solidFill>
            <a:srgbClr val="0A0E1A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00600" y="31181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4187952"/>
            <a:ext cx="374904" cy="-2057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21224" y="3982212"/>
            <a:ext cx="374904" cy="106985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96128" y="4089197"/>
            <a:ext cx="374904" cy="-189281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71032" y="3899916"/>
            <a:ext cx="374904" cy="12344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45936" y="4023360"/>
            <a:ext cx="374904" cy="-181051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20840" y="3842309"/>
            <a:ext cx="374904" cy="98755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95744" y="3941064"/>
            <a:ext cx="374904" cy="-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70648" y="3776472"/>
            <a:ext cx="374904" cy="98755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45552" y="3875227"/>
            <a:ext cx="374904" cy="-181051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6320" y="3520440"/>
            <a:ext cx="3566160" cy="914400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23760" y="3474720"/>
            <a:ext cx="0" cy="11430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269480" y="3474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→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PATTERN EXTRACTION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Clustering — K-Means, DBSCAN, PCA, t-SNE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3891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54864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80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54533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users into k activity segments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init n_init=3 for speed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39112"/>
            <a:ext cx="43891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39112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848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3500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Density-based: finds noise &amp; outlier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cluster count needed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43784"/>
            <a:ext cx="43891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43784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95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154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dimensionality reduction for visualization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variance in axes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648456"/>
            <a:ext cx="43891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48456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94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9593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projection, max_iter=300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hidden cluster topology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1188720"/>
            <a:ext cx="3840480" cy="3291840"/>
          </a:xfrm>
          <a:prstGeom prst="rect">
            <a:avLst/>
          </a:prstGeom>
          <a:solidFill>
            <a:srgbClr val="0A0E1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74920" y="1280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PCA / t-SNE Cluster Space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1760220"/>
            <a:ext cx="1005840" cy="502920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7602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Active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00800" y="2697480"/>
            <a:ext cx="914400" cy="457200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43800" y="1714500"/>
            <a:ext cx="822960" cy="411480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17145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126480" y="3794760"/>
            <a:ext cx="548640" cy="274320"/>
          </a:xfrm>
          <a:prstGeom prst="ellipse">
            <a:avLst/>
          </a:prstGeom>
          <a:solidFill>
            <a:srgbClr val="F43F5E">
              <a:alpha val="4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794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PATTERN EXTRACTION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Scatter &amp; Auto-Labeled Cluster Profiles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389120" cy="3200400"/>
          </a:xfrm>
          <a:prstGeom prst="rect">
            <a:avLst/>
          </a:prstGeom>
          <a:solidFill>
            <a:srgbClr val="0A0E1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280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2D Projection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16459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097280" y="22860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92024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5603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27432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32004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2926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33832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18288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22860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21031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3840480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114800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1188720"/>
            <a:ext cx="3840480" cy="914400"/>
          </a:xfrm>
          <a:prstGeom prst="rect">
            <a:avLst/>
          </a:prstGeom>
          <a:solidFill>
            <a:srgbClr val="0F172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188720"/>
            <a:ext cx="54864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2435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1243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554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Steps: 12,400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78 bpm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Sleep: 7.2h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2267712"/>
            <a:ext cx="3840480" cy="914400"/>
          </a:xfrm>
          <a:prstGeom prst="rect">
            <a:avLst/>
          </a:prstGeom>
          <a:solidFill>
            <a:srgbClr val="0F172A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2267712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3225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23225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Active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26334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Steps: 7,800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72 bpm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Sleep: 7.8h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3346704"/>
            <a:ext cx="3840480" cy="914400"/>
          </a:xfrm>
          <a:prstGeom prst="rect">
            <a:avLst/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3346704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401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37124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Steps: 3,200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68 bpm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Sleep: 6.5h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ANOMALY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Hybrid Anomaly Detection Engine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54864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2529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Fitness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· Steps · Sleep · Intensities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0" y="18288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2011680"/>
            <a:ext cx="6858000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2011680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04825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Rule-Based Thresholds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233172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&lt; 40 or &gt; 180 bpm · Steps &gt; 40,000 · Sleep &lt; 2h or &gt; 12h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26517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2834640"/>
            <a:ext cx="5303520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0240" y="2834640"/>
            <a:ext cx="54864" cy="640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8712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Residual Sigma 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154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median ± 2.0σ — catches subtle physiological drift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0" y="34747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3657600"/>
            <a:ext cx="3840480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51760" y="3657600"/>
            <a:ext cx="54864" cy="640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36941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DBSCAN Structural Outliers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3977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— identifies user-level behavioral anomalies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51760" y="4526280"/>
            <a:ext cx="3840480" cy="384048"/>
          </a:xfrm>
          <a:prstGeom prst="rect">
            <a:avLst/>
          </a:prstGeom>
          <a:solidFill>
            <a:srgbClr val="0F172A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51760" y="4526280"/>
            <a:ext cx="54864" cy="3840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4544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VERIFIED ANOMALIES — Exported to Dashboard &amp; PDF Report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ANOMALY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&amp; Steps — Anomaly Visualization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206240" cy="3291840"/>
          </a:xfrm>
          <a:prstGeom prst="rect">
            <a:avLst/>
          </a:prstGeom>
          <a:solidFill>
            <a:srgbClr val="0A0E1A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Heart Rate Anomalies (bpm)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0"/>
          </a:xfrm>
          <a:prstGeom prst="line">
            <a:avLst/>
          </a:prstGeom>
          <a:noFill/>
          <a:ln w="19050">
            <a:solidFill>
              <a:srgbClr val="F43F5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931920" y="1737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180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40233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931920" y="39319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40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329184" cy="-164592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" y="3108960"/>
            <a:ext cx="329184" cy="82296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1288" y="3191256"/>
            <a:ext cx="329184" cy="-246888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90472" y="2944368"/>
            <a:ext cx="329184" cy="19751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9656" y="3141878"/>
            <a:ext cx="329184" cy="-773582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2368296"/>
            <a:ext cx="329184" cy="740664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66544" y="227685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78024" y="3108960"/>
            <a:ext cx="329184" cy="-32918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07208" y="3076042"/>
            <a:ext cx="329184" cy="855878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36392" y="3931920"/>
            <a:ext cx="329184" cy="-905256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54096" y="38404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65576" y="3026664"/>
            <a:ext cx="329184" cy="82296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94760" y="3108960"/>
            <a:ext cx="329184" cy="65837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0A0E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1298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👟  Steps — Residual Deviation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895344"/>
            <a:ext cx="237744" cy="493776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48072" y="3648456"/>
            <a:ext cx="237744" cy="740664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9824" y="3763670"/>
            <a:ext cx="237744" cy="625450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51576" y="3566160"/>
            <a:ext cx="237744" cy="822960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53328" y="2776118"/>
            <a:ext cx="237744" cy="1613002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3730752"/>
            <a:ext cx="237744" cy="658368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56832" y="3813048"/>
            <a:ext cx="237744" cy="576072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58584" y="3697834"/>
            <a:ext cx="237744" cy="691286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0336" y="4356202"/>
            <a:ext cx="237744" cy="3291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62088" y="3599078"/>
            <a:ext cx="237744" cy="790042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3730752"/>
            <a:ext cx="237744" cy="658368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65592" y="3763670"/>
            <a:ext cx="237744" cy="625450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0A0E1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ANOMALY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Anomalies &amp; DBSCAN Outlier Scatter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206240" cy="3291840"/>
          </a:xfrm>
          <a:prstGeom prst="rect">
            <a:avLst/>
          </a:prstGeom>
          <a:solidFill>
            <a:srgbClr val="0A0E1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280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Sleep Duration — Healthy Zone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023360" cy="9144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9436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Healthy Zone: 7–9 hrs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3300984"/>
            <a:ext cx="329184" cy="-82296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" y="3218688"/>
            <a:ext cx="329184" cy="246888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1288" y="3465576"/>
            <a:ext cx="329184" cy="-21397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0472" y="3251606"/>
            <a:ext cx="329184" cy="757123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19656" y="4008730"/>
            <a:ext cx="329184" cy="-82296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3917290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8840" y="3185770"/>
            <a:ext cx="329184" cy="82296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78024" y="3268066"/>
            <a:ext cx="329184" cy="-641909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07208" y="2626157"/>
            <a:ext cx="329184" cy="62545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24912" y="2534717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6392" y="3251606"/>
            <a:ext cx="329184" cy="-65837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65576" y="3185770"/>
            <a:ext cx="329184" cy="19751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3383280"/>
            <a:ext cx="329184" cy="-148133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0A0E1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1280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DBSCAN Structural Outliers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219456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46888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201168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237744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28346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265176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292608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4023360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3931920"/>
            <a:ext cx="365760" cy="365760"/>
          </a:xfrm>
          <a:prstGeom prst="ellipse">
            <a:avLst/>
          </a:prstGeom>
          <a:solidFill>
            <a:srgbClr val="F43F5E">
              <a:alpha val="3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1554480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0" y="1463040"/>
            <a:ext cx="365760" cy="365760"/>
          </a:xfrm>
          <a:prstGeom prst="ellipse">
            <a:avLst/>
          </a:prstGeom>
          <a:solidFill>
            <a:srgbClr val="F43F5E">
              <a:alpha val="3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4297680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4206240"/>
            <a:ext cx="365760" cy="365760"/>
          </a:xfrm>
          <a:prstGeom prst="ellipse">
            <a:avLst/>
          </a:prstGeom>
          <a:solidFill>
            <a:srgbClr val="F43F5E">
              <a:alpha val="3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Normal Users    ● Outlier Users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ANOMALY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Accuracy Validation — 90%+ Detection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011680" cy="182880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63040"/>
            <a:ext cx="1828800" cy="8778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injected anomalies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2011680" cy="182880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1463040"/>
            <a:ext cx="1828800" cy="8778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23225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5% threshold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2011680" cy="18288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463040"/>
            <a:ext cx="1828800" cy="8778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46320" y="23225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49440" y="1371600"/>
            <a:ext cx="2011680" cy="182880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1463040"/>
            <a:ext cx="1828800" cy="8778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40880" y="23225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F1-score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8412480" cy="1508760"/>
          </a:xfrm>
          <a:prstGeom prst="rect">
            <a:avLst/>
          </a:prstGeom>
          <a:solidFill>
            <a:srgbClr val="0A0E1A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74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Validation — Injected Anomaly Detection per Metric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3749040"/>
            <a:ext cx="3657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811219"/>
            <a:ext cx="365760" cy="715061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6027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544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40280" y="3749040"/>
            <a:ext cx="3657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787902"/>
            <a:ext cx="365760" cy="73837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36027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57400" y="4544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840480" y="3749040"/>
            <a:ext cx="3657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3826764"/>
            <a:ext cx="365760" cy="69951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36027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0" y="4544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440680" y="3749040"/>
            <a:ext cx="3657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3842309"/>
            <a:ext cx="365760" cy="683971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6027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57800" y="4544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040880" y="3749040"/>
            <a:ext cx="3657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40880" y="3794120"/>
            <a:ext cx="365760" cy="7321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6027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0" y="4544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INSIGHTS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Executive Insights Dashboard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1920240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192024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0934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Output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1993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1188720"/>
            <a:ext cx="1920240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1188720"/>
            <a:ext cx="19202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2984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160934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Output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3280" y="1993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55F7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1920240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188720"/>
            <a:ext cx="192024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2984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160934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Output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0" y="1993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3F5E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3760" y="1188720"/>
            <a:ext cx="1920240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0" y="118872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12984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160934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Segments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0" y="1993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▼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97280" y="2331720"/>
            <a:ext cx="6949440" cy="685800"/>
          </a:xfrm>
          <a:prstGeom prst="rect">
            <a:avLst/>
          </a:prstGeom>
          <a:solidFill>
            <a:srgbClr val="1E3A5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88720" y="23774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Executive Dashboard Engine  —  Date Filter · User Filter · Live KPI Aggregation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246120"/>
            <a:ext cx="19202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246120"/>
            <a:ext cx="19202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KPI Strip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730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Steps · Anomalies · Active Users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14600" y="3246120"/>
            <a:ext cx="19202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14600" y="3246120"/>
            <a:ext cx="1920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Heatmaps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06040" y="3730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by User × Date matrix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3246120"/>
            <a:ext cx="19202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24612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Deep-Dives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3730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Steps · Sleep trend tabs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12280" y="3246120"/>
            <a:ext cx="19202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12280" y="32461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 Export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03720" y="3730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FPDF auto-report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INSIGHTS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Strip &amp; Activity Heatmap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1920240" cy="118872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280160"/>
            <a:ext cx="1737360" cy="5705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8,432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806854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Steps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802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users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23160" y="1188720"/>
            <a:ext cx="1920240" cy="1188720"/>
          </a:xfrm>
          <a:prstGeom prst="rect">
            <a:avLst/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280160"/>
            <a:ext cx="1737360" cy="5705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806854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Anomalies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0802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events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1188720"/>
            <a:ext cx="1920240" cy="118872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280160"/>
            <a:ext cx="1737360" cy="5705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0" y="1806854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0802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IDs analyzed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37960" y="1188720"/>
            <a:ext cx="1920240" cy="118872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1280160"/>
            <a:ext cx="1737360" cy="5705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bpm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29400" y="1806854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Heart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20802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average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863840" y="1188720"/>
            <a:ext cx="1097280" cy="1188720"/>
          </a:xfrm>
          <a:prstGeom prst="rect">
            <a:avLst/>
          </a:prstGeom>
          <a:solidFill>
            <a:srgbClr val="0F17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55280" y="1280160"/>
            <a:ext cx="914400" cy="5705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955280" y="1806854"/>
            <a:ext cx="914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Tracked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0" y="20802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quarter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2560320"/>
            <a:ext cx="8412480" cy="2194560"/>
          </a:xfrm>
          <a:prstGeom prst="rect">
            <a:avLst/>
          </a:prstGeom>
          <a:solidFill>
            <a:srgbClr val="0A0E1A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2651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Step Count Heatmap — User × Date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7280" y="2999232"/>
            <a:ext cx="484632" cy="164592"/>
          </a:xfrm>
          <a:prstGeom prst="rect">
            <a:avLst/>
          </a:prstGeom>
          <a:solidFill>
            <a:srgbClr val="1E3A5F">
              <a:alpha val="4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18488" y="2999232"/>
            <a:ext cx="484632" cy="164592"/>
          </a:xfrm>
          <a:prstGeom prst="rect">
            <a:avLst/>
          </a:prstGeom>
          <a:solidFill>
            <a:srgbClr val="0D9488">
              <a:alpha val="7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9696" y="2999232"/>
            <a:ext cx="484632" cy="164592"/>
          </a:xfrm>
          <a:prstGeom prst="rect">
            <a:avLst/>
          </a:prstGeom>
          <a:solidFill>
            <a:srgbClr val="1E3A5F">
              <a:alpha val="4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60904" y="2999232"/>
            <a:ext cx="484632" cy="164592"/>
          </a:xfrm>
          <a:prstGeom prst="rect">
            <a:avLst/>
          </a:prstGeom>
          <a:solidFill>
            <a:srgbClr val="10B981">
              <a:alpha val="9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82112" y="2999232"/>
            <a:ext cx="484632" cy="164592"/>
          </a:xfrm>
          <a:prstGeom prst="rect">
            <a:avLst/>
          </a:prstGeom>
          <a:solidFill>
            <a:srgbClr val="1E3A5F">
              <a:alpha val="4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03320" y="2999232"/>
            <a:ext cx="484632" cy="164592"/>
          </a:xfrm>
          <a:prstGeom prst="rect">
            <a:avLst/>
          </a:prstGeom>
          <a:solidFill>
            <a:srgbClr val="38BDF8">
              <a:alpha val="5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24528" y="2999232"/>
            <a:ext cx="484632" cy="164592"/>
          </a:xfrm>
          <a:prstGeom prst="rect">
            <a:avLst/>
          </a:prstGeom>
          <a:solidFill>
            <a:srgbClr val="38BDF8">
              <a:alpha val="5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2999232"/>
            <a:ext cx="484632" cy="164592"/>
          </a:xfrm>
          <a:prstGeom prst="rect">
            <a:avLst/>
          </a:prstGeom>
          <a:solidFill>
            <a:srgbClr val="0D9488">
              <a:alpha val="8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66944" y="2999232"/>
            <a:ext cx="484632" cy="164592"/>
          </a:xfrm>
          <a:prstGeom prst="rect">
            <a:avLst/>
          </a:prstGeom>
          <a:solidFill>
            <a:srgbClr val="38BDF8">
              <a:alpha val="6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88152" y="2999232"/>
            <a:ext cx="484632" cy="164592"/>
          </a:xfrm>
          <a:prstGeom prst="rect">
            <a:avLst/>
          </a:prstGeom>
          <a:solidFill>
            <a:srgbClr val="0D9488">
              <a:alpha val="7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2999232"/>
            <a:ext cx="484632" cy="164592"/>
          </a:xfrm>
          <a:prstGeom prst="rect">
            <a:avLst/>
          </a:prstGeom>
          <a:solidFill>
            <a:srgbClr val="1E3A5F">
              <a:alpha val="52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0568" y="2999232"/>
            <a:ext cx="484632" cy="164592"/>
          </a:xfrm>
          <a:prstGeom prst="rect">
            <a:avLst/>
          </a:prstGeom>
          <a:solidFill>
            <a:srgbClr val="38BDF8">
              <a:alpha val="6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51776" y="2999232"/>
            <a:ext cx="484632" cy="164592"/>
          </a:xfrm>
          <a:prstGeom prst="rect">
            <a:avLst/>
          </a:prstGeom>
          <a:solidFill>
            <a:srgbClr val="1E3A5F">
              <a:alpha val="4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72984" y="2999232"/>
            <a:ext cx="484632" cy="164592"/>
          </a:xfrm>
          <a:prstGeom prst="rect">
            <a:avLst/>
          </a:prstGeom>
          <a:solidFill>
            <a:srgbClr val="0D9488">
              <a:alpha val="8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017520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97280" y="3200400"/>
            <a:ext cx="484632" cy="164592"/>
          </a:xfrm>
          <a:prstGeom prst="rect">
            <a:avLst/>
          </a:prstGeom>
          <a:solidFill>
            <a:srgbClr val="38BDF8">
              <a:alpha val="6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18488" y="3200400"/>
            <a:ext cx="484632" cy="164592"/>
          </a:xfrm>
          <a:prstGeom prst="rect">
            <a:avLst/>
          </a:prstGeom>
          <a:solidFill>
            <a:srgbClr val="1E3A5F">
              <a:alpha val="5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9696" y="3200400"/>
            <a:ext cx="484632" cy="164592"/>
          </a:xfrm>
          <a:prstGeom prst="rect">
            <a:avLst/>
          </a:prstGeom>
          <a:solidFill>
            <a:srgbClr val="1E3A5F">
              <a:alpha val="4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60904" y="3200400"/>
            <a:ext cx="484632" cy="164592"/>
          </a:xfrm>
          <a:prstGeom prst="rect">
            <a:avLst/>
          </a:prstGeom>
          <a:solidFill>
            <a:srgbClr val="38BDF8">
              <a:alpha val="6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00400"/>
            <a:ext cx="484632" cy="164592"/>
          </a:xfrm>
          <a:prstGeom prst="rect">
            <a:avLst/>
          </a:prstGeom>
          <a:solidFill>
            <a:srgbClr val="38BDF8">
              <a:alpha val="5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03320" y="3200400"/>
            <a:ext cx="484632" cy="164592"/>
          </a:xfrm>
          <a:prstGeom prst="rect">
            <a:avLst/>
          </a:prstGeom>
          <a:solidFill>
            <a:srgbClr val="0D9488">
              <a:alpha val="7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24528" y="3200400"/>
            <a:ext cx="484632" cy="164592"/>
          </a:xfrm>
          <a:prstGeom prst="rect">
            <a:avLst/>
          </a:prstGeom>
          <a:solidFill>
            <a:srgbClr val="1E3A5F">
              <a:alpha val="5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45736" y="3200400"/>
            <a:ext cx="484632" cy="164592"/>
          </a:xfrm>
          <a:prstGeom prst="rect">
            <a:avLst/>
          </a:prstGeom>
          <a:solidFill>
            <a:srgbClr val="0D9488">
              <a:alpha val="7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66944" y="3200400"/>
            <a:ext cx="484632" cy="164592"/>
          </a:xfrm>
          <a:prstGeom prst="rect">
            <a:avLst/>
          </a:prstGeom>
          <a:solidFill>
            <a:srgbClr val="38BDF8">
              <a:alpha val="6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88152" y="3200400"/>
            <a:ext cx="484632" cy="164592"/>
          </a:xfrm>
          <a:prstGeom prst="rect">
            <a:avLst/>
          </a:prstGeom>
          <a:solidFill>
            <a:srgbClr val="10B981">
              <a:alpha val="9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3200400"/>
            <a:ext cx="484632" cy="164592"/>
          </a:xfrm>
          <a:prstGeom prst="rect">
            <a:avLst/>
          </a:prstGeom>
          <a:solidFill>
            <a:srgbClr val="0D9488">
              <a:alpha val="83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30568" y="3200400"/>
            <a:ext cx="484632" cy="164592"/>
          </a:xfrm>
          <a:prstGeom prst="rect">
            <a:avLst/>
          </a:prstGeom>
          <a:solidFill>
            <a:srgbClr val="10B981">
              <a:alpha val="9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51776" y="3200400"/>
            <a:ext cx="484632" cy="164592"/>
          </a:xfrm>
          <a:prstGeom prst="rect">
            <a:avLst/>
          </a:prstGeom>
          <a:solidFill>
            <a:srgbClr val="0D9488">
              <a:alpha val="7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72984" y="3200400"/>
            <a:ext cx="484632" cy="164592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3218688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097280" y="3401568"/>
            <a:ext cx="484632" cy="164592"/>
          </a:xfrm>
          <a:prstGeom prst="rect">
            <a:avLst/>
          </a:prstGeom>
          <a:solidFill>
            <a:srgbClr val="38BDF8">
              <a:alpha val="6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18488" y="3401568"/>
            <a:ext cx="484632" cy="164592"/>
          </a:xfrm>
          <a:prstGeom prst="rect">
            <a:avLst/>
          </a:prstGeom>
          <a:solidFill>
            <a:srgbClr val="10B981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39696" y="3401568"/>
            <a:ext cx="484632" cy="164592"/>
          </a:xfrm>
          <a:prstGeom prst="rect">
            <a:avLst/>
          </a:prstGeom>
          <a:solidFill>
            <a:srgbClr val="0D9488">
              <a:alpha val="73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60904" y="3401568"/>
            <a:ext cx="484632" cy="164592"/>
          </a:xfrm>
          <a:prstGeom prst="rect">
            <a:avLst/>
          </a:prstGeom>
          <a:solidFill>
            <a:srgbClr val="1E3A5F">
              <a:alpha val="5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82112" y="3401568"/>
            <a:ext cx="484632" cy="164592"/>
          </a:xfrm>
          <a:prstGeom prst="rect">
            <a:avLst/>
          </a:prstGeom>
          <a:solidFill>
            <a:srgbClr val="0D9488">
              <a:alpha val="8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703320" y="3401568"/>
            <a:ext cx="484632" cy="164592"/>
          </a:xfrm>
          <a:prstGeom prst="rect">
            <a:avLst/>
          </a:prstGeom>
          <a:solidFill>
            <a:srgbClr val="38BDF8">
              <a:alpha val="6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24528" y="3401568"/>
            <a:ext cx="484632" cy="164592"/>
          </a:xfrm>
          <a:prstGeom prst="rect">
            <a:avLst/>
          </a:prstGeom>
          <a:solidFill>
            <a:srgbClr val="10B981">
              <a:alpha val="9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45736" y="3401568"/>
            <a:ext cx="484632" cy="164592"/>
          </a:xfrm>
          <a:prstGeom prst="rect">
            <a:avLst/>
          </a:prstGeom>
          <a:solidFill>
            <a:srgbClr val="38BDF8">
              <a:alpha val="5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266944" y="3401568"/>
            <a:ext cx="484632" cy="164592"/>
          </a:xfrm>
          <a:prstGeom prst="rect">
            <a:avLst/>
          </a:prstGeom>
          <a:solidFill>
            <a:srgbClr val="1E3A5F">
              <a:alpha val="4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88152" y="3401568"/>
            <a:ext cx="484632" cy="164592"/>
          </a:xfrm>
          <a:prstGeom prst="rect">
            <a:avLst/>
          </a:prstGeom>
          <a:solidFill>
            <a:srgbClr val="10B981">
              <a:alpha val="92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09360" y="3401568"/>
            <a:ext cx="484632" cy="164592"/>
          </a:xfrm>
          <a:prstGeom prst="rect">
            <a:avLst/>
          </a:prstGeom>
          <a:solidFill>
            <a:srgbClr val="38BDF8">
              <a:alpha val="6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30568" y="3401568"/>
            <a:ext cx="484632" cy="164592"/>
          </a:xfrm>
          <a:prstGeom prst="rect">
            <a:avLst/>
          </a:prstGeom>
          <a:solidFill>
            <a:srgbClr val="0D9488">
              <a:alpha val="7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51776" y="3401568"/>
            <a:ext cx="484632" cy="164592"/>
          </a:xfrm>
          <a:prstGeom prst="rect">
            <a:avLst/>
          </a:prstGeom>
          <a:solidFill>
            <a:srgbClr val="10B981">
              <a:alpha val="9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72984" y="3401568"/>
            <a:ext cx="484632" cy="164592"/>
          </a:xfrm>
          <a:prstGeom prst="rect">
            <a:avLst/>
          </a:prstGeom>
          <a:solidFill>
            <a:srgbClr val="38BDF8">
              <a:alpha val="6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3419856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3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97280" y="3602736"/>
            <a:ext cx="484632" cy="164592"/>
          </a:xfrm>
          <a:prstGeom prst="rect">
            <a:avLst/>
          </a:prstGeom>
          <a:solidFill>
            <a:srgbClr val="0D9488">
              <a:alpha val="82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18488" y="3602736"/>
            <a:ext cx="484632" cy="164592"/>
          </a:xfrm>
          <a:prstGeom prst="rect">
            <a:avLst/>
          </a:prstGeom>
          <a:solidFill>
            <a:srgbClr val="0D9488">
              <a:alpha val="8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39696" y="3602736"/>
            <a:ext cx="484632" cy="164592"/>
          </a:xfrm>
          <a:prstGeom prst="rect">
            <a:avLst/>
          </a:prstGeom>
          <a:solidFill>
            <a:srgbClr val="1E3A5F">
              <a:alpha val="4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60904" y="3602736"/>
            <a:ext cx="484632" cy="164592"/>
          </a:xfrm>
          <a:prstGeom prst="rect">
            <a:avLst/>
          </a:prstGeom>
          <a:solidFill>
            <a:srgbClr val="1E3A5F">
              <a:alpha val="42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182112" y="3602736"/>
            <a:ext cx="484632" cy="164592"/>
          </a:xfrm>
          <a:prstGeom prst="rect">
            <a:avLst/>
          </a:prstGeom>
          <a:solidFill>
            <a:srgbClr val="1E3A5F">
              <a:alpha val="4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03320" y="3602736"/>
            <a:ext cx="484632" cy="164592"/>
          </a:xfrm>
          <a:prstGeom prst="rect">
            <a:avLst/>
          </a:prstGeom>
          <a:solidFill>
            <a:srgbClr val="1E3A5F">
              <a:alpha val="4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24528" y="3602736"/>
            <a:ext cx="484632" cy="164592"/>
          </a:xfrm>
          <a:prstGeom prst="rect">
            <a:avLst/>
          </a:prstGeom>
          <a:solidFill>
            <a:srgbClr val="10B981">
              <a:alpha val="9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45736" y="3602736"/>
            <a:ext cx="484632" cy="164592"/>
          </a:xfrm>
          <a:prstGeom prst="rect">
            <a:avLst/>
          </a:prstGeom>
          <a:solidFill>
            <a:srgbClr val="0D9488">
              <a:alpha val="7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66944" y="3602736"/>
            <a:ext cx="484632" cy="164592"/>
          </a:xfrm>
          <a:prstGeom prst="rect">
            <a:avLst/>
          </a:prstGeom>
          <a:solidFill>
            <a:srgbClr val="1E3A5F">
              <a:alpha val="52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88152" y="3602736"/>
            <a:ext cx="484632" cy="164592"/>
          </a:xfrm>
          <a:prstGeom prst="rect">
            <a:avLst/>
          </a:prstGeom>
          <a:solidFill>
            <a:srgbClr val="1E3A5F">
              <a:alpha val="4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09360" y="3602736"/>
            <a:ext cx="484632" cy="164592"/>
          </a:xfrm>
          <a:prstGeom prst="rect">
            <a:avLst/>
          </a:prstGeom>
          <a:solidFill>
            <a:srgbClr val="0D9488">
              <a:alpha val="8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30568" y="3602736"/>
            <a:ext cx="484632" cy="164592"/>
          </a:xfrm>
          <a:prstGeom prst="rect">
            <a:avLst/>
          </a:prstGeom>
          <a:solidFill>
            <a:srgbClr val="38BDF8">
              <a:alpha val="6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351776" y="3602736"/>
            <a:ext cx="484632" cy="164592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872984" y="3602736"/>
            <a:ext cx="484632" cy="164592"/>
          </a:xfrm>
          <a:prstGeom prst="rect">
            <a:avLst/>
          </a:prstGeom>
          <a:solidFill>
            <a:srgbClr val="1E3A5F">
              <a:alpha val="5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" y="362102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4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097280" y="3803904"/>
            <a:ext cx="484632" cy="164592"/>
          </a:xfrm>
          <a:prstGeom prst="rect">
            <a:avLst/>
          </a:prstGeom>
          <a:solidFill>
            <a:srgbClr val="1E3A5F">
              <a:alpha val="4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618488" y="3803904"/>
            <a:ext cx="484632" cy="164592"/>
          </a:xfrm>
          <a:prstGeom prst="rect">
            <a:avLst/>
          </a:prstGeom>
          <a:solidFill>
            <a:srgbClr val="38BDF8">
              <a:alpha val="5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139696" y="3803904"/>
            <a:ext cx="484632" cy="164592"/>
          </a:xfrm>
          <a:prstGeom prst="rect">
            <a:avLst/>
          </a:prstGeom>
          <a:solidFill>
            <a:srgbClr val="1E3A5F">
              <a:alpha val="5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60904" y="3803904"/>
            <a:ext cx="484632" cy="164592"/>
          </a:xfrm>
          <a:prstGeom prst="rect">
            <a:avLst/>
          </a:prstGeom>
          <a:solidFill>
            <a:srgbClr val="38BDF8">
              <a:alpha val="6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2112" y="3803904"/>
            <a:ext cx="484632" cy="164592"/>
          </a:xfrm>
          <a:prstGeom prst="rect">
            <a:avLst/>
          </a:prstGeom>
          <a:solidFill>
            <a:srgbClr val="38BDF8">
              <a:alpha val="6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03320" y="3803904"/>
            <a:ext cx="484632" cy="164592"/>
          </a:xfrm>
          <a:prstGeom prst="rect">
            <a:avLst/>
          </a:prstGeom>
          <a:solidFill>
            <a:srgbClr val="0D9488">
              <a:alpha val="7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224528" y="3803904"/>
            <a:ext cx="484632" cy="164592"/>
          </a:xfrm>
          <a:prstGeom prst="rect">
            <a:avLst/>
          </a:prstGeom>
          <a:solidFill>
            <a:srgbClr val="0D9488">
              <a:alpha val="7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745736" y="3803904"/>
            <a:ext cx="484632" cy="164592"/>
          </a:xfrm>
          <a:prstGeom prst="rect">
            <a:avLst/>
          </a:prstGeom>
          <a:solidFill>
            <a:srgbClr val="38BDF8">
              <a:alpha val="5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266944" y="3803904"/>
            <a:ext cx="484632" cy="164592"/>
          </a:xfrm>
          <a:prstGeom prst="rect">
            <a:avLst/>
          </a:prstGeom>
          <a:solidFill>
            <a:srgbClr val="10B981">
              <a:alpha val="9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788152" y="3803904"/>
            <a:ext cx="484632" cy="164592"/>
          </a:xfrm>
          <a:prstGeom prst="rect">
            <a:avLst/>
          </a:prstGeom>
          <a:solidFill>
            <a:srgbClr val="1E3A5F">
              <a:alpha val="52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309360" y="3803904"/>
            <a:ext cx="484632" cy="164592"/>
          </a:xfrm>
          <a:prstGeom prst="rect">
            <a:avLst/>
          </a:prstGeom>
          <a:solidFill>
            <a:srgbClr val="1E3A5F">
              <a:alpha val="43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30568" y="3803904"/>
            <a:ext cx="484632" cy="164592"/>
          </a:xfrm>
          <a:prstGeom prst="rect">
            <a:avLst/>
          </a:prstGeom>
          <a:solidFill>
            <a:srgbClr val="0D9488">
              <a:alpha val="83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351776" y="3803904"/>
            <a:ext cx="484632" cy="164592"/>
          </a:xfrm>
          <a:prstGeom prst="rect">
            <a:avLst/>
          </a:prstGeom>
          <a:solidFill>
            <a:srgbClr val="1E3A5F">
              <a:alpha val="4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872984" y="3803904"/>
            <a:ext cx="484632" cy="16459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3822192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5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097280" y="4005072"/>
            <a:ext cx="484632" cy="164592"/>
          </a:xfrm>
          <a:prstGeom prst="rect">
            <a:avLst/>
          </a:prstGeom>
          <a:solidFill>
            <a:srgbClr val="1E3A5F">
              <a:alpha val="5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618488" y="4005072"/>
            <a:ext cx="484632" cy="164592"/>
          </a:xfrm>
          <a:prstGeom prst="rect">
            <a:avLst/>
          </a:prstGeom>
          <a:solidFill>
            <a:srgbClr val="0D9488">
              <a:alpha val="8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139696" y="4005072"/>
            <a:ext cx="484632" cy="164592"/>
          </a:xfrm>
          <a:prstGeom prst="rect">
            <a:avLst/>
          </a:prstGeom>
          <a:solidFill>
            <a:srgbClr val="38BDF8">
              <a:alpha val="5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660904" y="4005072"/>
            <a:ext cx="484632" cy="164592"/>
          </a:xfrm>
          <a:prstGeom prst="rect">
            <a:avLst/>
          </a:prstGeom>
          <a:solidFill>
            <a:srgbClr val="10B981">
              <a:alpha val="9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182112" y="4005072"/>
            <a:ext cx="484632" cy="164592"/>
          </a:xfrm>
          <a:prstGeom prst="rect">
            <a:avLst/>
          </a:prstGeom>
          <a:solidFill>
            <a:srgbClr val="10B981">
              <a:alpha val="9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03320" y="4005072"/>
            <a:ext cx="484632" cy="164592"/>
          </a:xfrm>
          <a:prstGeom prst="rect">
            <a:avLst/>
          </a:prstGeom>
          <a:solidFill>
            <a:srgbClr val="0D9488">
              <a:alpha val="8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24528" y="4005072"/>
            <a:ext cx="484632" cy="164592"/>
          </a:xfrm>
          <a:prstGeom prst="rect">
            <a:avLst/>
          </a:prstGeom>
          <a:solidFill>
            <a:srgbClr val="1E3A5F">
              <a:alpha val="4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745736" y="4005072"/>
            <a:ext cx="484632" cy="164592"/>
          </a:xfrm>
          <a:prstGeom prst="rect">
            <a:avLst/>
          </a:prstGeom>
          <a:solidFill>
            <a:srgbClr val="10B981">
              <a:alpha val="9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66944" y="4005072"/>
            <a:ext cx="484632" cy="164592"/>
          </a:xfrm>
          <a:prstGeom prst="rect">
            <a:avLst/>
          </a:prstGeom>
          <a:solidFill>
            <a:srgbClr val="10B981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88152" y="4005072"/>
            <a:ext cx="484632" cy="164592"/>
          </a:xfrm>
          <a:prstGeom prst="rect">
            <a:avLst/>
          </a:prstGeom>
          <a:solidFill>
            <a:srgbClr val="0D9488">
              <a:alpha val="7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309360" y="4005072"/>
            <a:ext cx="484632" cy="164592"/>
          </a:xfrm>
          <a:prstGeom prst="rect">
            <a:avLst/>
          </a:prstGeom>
          <a:solidFill>
            <a:srgbClr val="38BDF8">
              <a:alpha val="6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30568" y="4005072"/>
            <a:ext cx="484632" cy="164592"/>
          </a:xfrm>
          <a:prstGeom prst="rect">
            <a:avLst/>
          </a:prstGeom>
          <a:solidFill>
            <a:srgbClr val="0D9488">
              <a:alpha val="7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351776" y="4005072"/>
            <a:ext cx="484632" cy="164592"/>
          </a:xfrm>
          <a:prstGeom prst="rect">
            <a:avLst/>
          </a:prstGeom>
          <a:solidFill>
            <a:srgbClr val="1E3A5F">
              <a:alpha val="4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872984" y="4005072"/>
            <a:ext cx="484632" cy="164592"/>
          </a:xfrm>
          <a:prstGeom prst="rect">
            <a:avLst/>
          </a:prstGeom>
          <a:solidFill>
            <a:srgbClr val="0D9488">
              <a:alpha val="8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57200" y="4023360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6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1097280" y="4206240"/>
            <a:ext cx="484632" cy="16459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618488" y="4206240"/>
            <a:ext cx="484632" cy="164592"/>
          </a:xfrm>
          <a:prstGeom prst="rect">
            <a:avLst/>
          </a:prstGeom>
          <a:solidFill>
            <a:srgbClr val="38BDF8">
              <a:alpha val="6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139696" y="4206240"/>
            <a:ext cx="484632" cy="164592"/>
          </a:xfrm>
          <a:prstGeom prst="rect">
            <a:avLst/>
          </a:prstGeom>
          <a:solidFill>
            <a:srgbClr val="38BDF8">
              <a:alpha val="6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660904" y="4206240"/>
            <a:ext cx="484632" cy="164592"/>
          </a:xfrm>
          <a:prstGeom prst="rect">
            <a:avLst/>
          </a:prstGeom>
          <a:solidFill>
            <a:srgbClr val="0D9488">
              <a:alpha val="79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182112" y="4206240"/>
            <a:ext cx="484632" cy="164592"/>
          </a:xfrm>
          <a:prstGeom prst="rect">
            <a:avLst/>
          </a:prstGeom>
          <a:solidFill>
            <a:srgbClr val="1E3A5F">
              <a:alpha val="4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703320" y="4206240"/>
            <a:ext cx="484632" cy="164592"/>
          </a:xfrm>
          <a:prstGeom prst="rect">
            <a:avLst/>
          </a:prstGeom>
          <a:solidFill>
            <a:srgbClr val="0D9488">
              <a:alpha val="73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224528" y="4206240"/>
            <a:ext cx="484632" cy="164592"/>
          </a:xfrm>
          <a:prstGeom prst="rect">
            <a:avLst/>
          </a:prstGeom>
          <a:solidFill>
            <a:srgbClr val="38BDF8">
              <a:alpha val="6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45736" y="4206240"/>
            <a:ext cx="484632" cy="164592"/>
          </a:xfrm>
          <a:prstGeom prst="rect">
            <a:avLst/>
          </a:prstGeom>
          <a:solidFill>
            <a:srgbClr val="1E3A5F">
              <a:alpha val="5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266944" y="4206240"/>
            <a:ext cx="484632" cy="164592"/>
          </a:xfrm>
          <a:prstGeom prst="rect">
            <a:avLst/>
          </a:prstGeom>
          <a:solidFill>
            <a:srgbClr val="1E3A5F">
              <a:alpha val="4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788152" y="4206240"/>
            <a:ext cx="484632" cy="164592"/>
          </a:xfrm>
          <a:prstGeom prst="rect">
            <a:avLst/>
          </a:prstGeom>
          <a:solidFill>
            <a:srgbClr val="38BDF8">
              <a:alpha val="5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309360" y="4206240"/>
            <a:ext cx="484632" cy="164592"/>
          </a:xfrm>
          <a:prstGeom prst="rect">
            <a:avLst/>
          </a:prstGeom>
          <a:solidFill>
            <a:srgbClr val="10B981">
              <a:alpha val="9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830568" y="4206240"/>
            <a:ext cx="484632" cy="164592"/>
          </a:xfrm>
          <a:prstGeom prst="rect">
            <a:avLst/>
          </a:prstGeom>
          <a:solidFill>
            <a:srgbClr val="1E3A5F">
              <a:alpha val="4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51776" y="4206240"/>
            <a:ext cx="484632" cy="164592"/>
          </a:xfrm>
          <a:prstGeom prst="rect">
            <a:avLst/>
          </a:prstGeom>
          <a:solidFill>
            <a:srgbClr val="38BDF8">
              <a:alpha val="70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872984" y="4206240"/>
            <a:ext cx="484632" cy="164592"/>
          </a:xfrm>
          <a:prstGeom prst="rect">
            <a:avLst/>
          </a:prstGeom>
          <a:solidFill>
            <a:srgbClr val="10B981">
              <a:alpha val="92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57200" y="4224528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7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1097280" y="4407408"/>
            <a:ext cx="484632" cy="164592"/>
          </a:xfrm>
          <a:prstGeom prst="rect">
            <a:avLst/>
          </a:prstGeom>
          <a:solidFill>
            <a:srgbClr val="38BDF8">
              <a:alpha val="6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618488" y="4407408"/>
            <a:ext cx="484632" cy="164592"/>
          </a:xfrm>
          <a:prstGeom prst="rect">
            <a:avLst/>
          </a:prstGeom>
          <a:solidFill>
            <a:srgbClr val="38BDF8">
              <a:alpha val="6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139696" y="4407408"/>
            <a:ext cx="484632" cy="164592"/>
          </a:xfrm>
          <a:prstGeom prst="rect">
            <a:avLst/>
          </a:prstGeom>
          <a:solidFill>
            <a:srgbClr val="10B981">
              <a:alpha val="9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660904" y="4407408"/>
            <a:ext cx="484632" cy="164592"/>
          </a:xfrm>
          <a:prstGeom prst="rect">
            <a:avLst/>
          </a:prstGeom>
          <a:solidFill>
            <a:srgbClr val="1E3A5F">
              <a:alpha val="5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182112" y="4407408"/>
            <a:ext cx="484632" cy="164592"/>
          </a:xfrm>
          <a:prstGeom prst="rect">
            <a:avLst/>
          </a:prstGeom>
          <a:solidFill>
            <a:srgbClr val="38BDF8">
              <a:alpha val="5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703320" y="4407408"/>
            <a:ext cx="484632" cy="164592"/>
          </a:xfrm>
          <a:prstGeom prst="rect">
            <a:avLst/>
          </a:prstGeom>
          <a:solidFill>
            <a:srgbClr val="0D9488">
              <a:alpha val="86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224528" y="4407408"/>
            <a:ext cx="484632" cy="164592"/>
          </a:xfrm>
          <a:prstGeom prst="rect">
            <a:avLst/>
          </a:prstGeom>
          <a:solidFill>
            <a:srgbClr val="38BDF8">
              <a:alpha val="64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745736" y="4407408"/>
            <a:ext cx="484632" cy="164592"/>
          </a:xfrm>
          <a:prstGeom prst="rect">
            <a:avLst/>
          </a:prstGeom>
          <a:solidFill>
            <a:srgbClr val="1E3A5F">
              <a:alpha val="48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66944" y="4407408"/>
            <a:ext cx="484632" cy="164592"/>
          </a:xfrm>
          <a:prstGeom prst="rect">
            <a:avLst/>
          </a:prstGeom>
          <a:solidFill>
            <a:srgbClr val="0D9488">
              <a:alpha val="77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788152" y="4407408"/>
            <a:ext cx="484632" cy="164592"/>
          </a:xfrm>
          <a:prstGeom prst="rect">
            <a:avLst/>
          </a:prstGeom>
          <a:solidFill>
            <a:srgbClr val="1E3A5F">
              <a:alpha val="53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309360" y="4407408"/>
            <a:ext cx="484632" cy="164592"/>
          </a:xfrm>
          <a:prstGeom prst="rect">
            <a:avLst/>
          </a:prstGeom>
          <a:solidFill>
            <a:srgbClr val="0D9488">
              <a:alpha val="8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830568" y="4407408"/>
            <a:ext cx="484632" cy="164592"/>
          </a:xfrm>
          <a:prstGeom prst="rect">
            <a:avLst/>
          </a:prstGeom>
          <a:solidFill>
            <a:srgbClr val="1E3A5F">
              <a:alpha val="42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51776" y="4407408"/>
            <a:ext cx="484632" cy="164592"/>
          </a:xfrm>
          <a:prstGeom prst="rect">
            <a:avLst/>
          </a:prstGeom>
          <a:solidFill>
            <a:srgbClr val="1E3A5F">
              <a:alpha val="41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872984" y="4407408"/>
            <a:ext cx="484632" cy="164592"/>
          </a:xfrm>
          <a:prstGeom prst="rect">
            <a:avLst/>
          </a:prstGeom>
          <a:solidFill>
            <a:srgbClr val="1E3A5F">
              <a:alpha val="55000"/>
            </a:srgbClr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57200" y="4425696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8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INSIGHTS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Deep-Dive Tabs &amp; Anomaly Records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1371600" cy="320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Heart 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170432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1704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👟  Steps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170432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704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Sleep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490472"/>
            <a:ext cx="5029200" cy="2834640"/>
          </a:xfrm>
          <a:prstGeom prst="rect">
            <a:avLst/>
          </a:prstGeom>
          <a:solidFill>
            <a:srgbClr val="0A0E1A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157276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— Daily Average with Anomaly Overlays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329184" cy="-9144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" y="3291840"/>
            <a:ext cx="329184" cy="36576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1288" y="3328416"/>
            <a:ext cx="329184" cy="-219456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90472" y="3108960"/>
            <a:ext cx="329184" cy="9144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19656" y="3200400"/>
            <a:ext cx="329184" cy="-859536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48840" y="2340864"/>
            <a:ext cx="329184" cy="91440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66544" y="224942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78024" y="3255264"/>
            <a:ext cx="329184" cy="73152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3328416"/>
            <a:ext cx="329184" cy="512064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36392" y="3840480"/>
            <a:ext cx="329184" cy="-621792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54096" y="37490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65576" y="3218688"/>
            <a:ext cx="329184" cy="73152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3291840"/>
            <a:ext cx="329184" cy="-36576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23944" y="3255264"/>
            <a:ext cx="329184" cy="73152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53128" y="3328416"/>
            <a:ext cx="329184" cy="-164592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1170432"/>
            <a:ext cx="3200400" cy="3154680"/>
          </a:xfrm>
          <a:prstGeom prst="rect">
            <a:avLst/>
          </a:prstGeom>
          <a:solidFill>
            <a:srgbClr val="0A0E1A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15000" y="12618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Anomaly Records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15727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Flag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23560" y="1901952"/>
            <a:ext cx="30175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04   03-15   HR 191   Rule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23560" y="2286000"/>
            <a:ext cx="30175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23042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12   03-18   Steps 0   Sigma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23560" y="2670048"/>
            <a:ext cx="30175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26883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07   03-22   Sleep 1h   Rule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623560" y="3054096"/>
            <a:ext cx="30175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30723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19   03-25   HR 188   DBSCAN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623560" y="3438144"/>
            <a:ext cx="30175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34564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03   03-28   Steps 45k   Sigma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 Pro  |  Elite Governance Suite  |  github.com/dhengalesumit350/Infosys-Project-FitPulse13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INSIGHTS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PDF Reporting &amp; CSV Export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3383280"/>
          </a:xfrm>
          <a:prstGeom prst="rect">
            <a:avLst/>
          </a:prstGeom>
          <a:solidFill>
            <a:srgbClr val="0A0E1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Auto-Generated PDF Report (FPDF)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719072"/>
            <a:ext cx="3749040" cy="530352"/>
          </a:xfrm>
          <a:prstGeom prst="rect">
            <a:avLst/>
          </a:prstGeom>
          <a:solidFill>
            <a:srgbClr val="1E3A5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Executive Summary — KPI overview, date range, user count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3749040" cy="530352"/>
          </a:xfrm>
          <a:prstGeom prst="rect">
            <a:avLst/>
          </a:prstGeom>
          <a:solidFill>
            <a:srgbClr val="1E3A5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77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Anomaly Tables — HR, Steps, Sleep flagged events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3749040" cy="530352"/>
          </a:xfrm>
          <a:prstGeom prst="rect">
            <a:avLst/>
          </a:prstGeom>
          <a:solidFill>
            <a:srgbClr val="1E3A5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Forecast Charts — Prophet predictions embedded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639312"/>
            <a:ext cx="3749040" cy="530352"/>
          </a:xfrm>
          <a:prstGeom prst="rect">
            <a:avLst/>
          </a:prstGeom>
          <a:solidFill>
            <a:srgbClr val="1E3A5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Cluster Report — Segment profiles &amp; DBSCAN outliers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114800" cy="3383280"/>
          </a:xfrm>
          <a:prstGeom prst="rect">
            <a:avLst/>
          </a:prstGeom>
          <a:solidFill>
            <a:srgbClr val="0A0E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298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Export Interface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3749040" cy="548640"/>
          </a:xfrm>
          <a:prstGeom prst="rect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828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DOWNLOAD PDF REPORT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651760"/>
            <a:ext cx="3749040" cy="548640"/>
          </a:xfrm>
          <a:prstGeom prst="rect">
            <a:avLst/>
          </a:prstGeom>
          <a:solidFill>
            <a:srgbClr val="38BDF8">
              <a:alpha val="2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DOWNLOAD CLEAN CSV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474720"/>
            <a:ext cx="3749040" cy="548640"/>
          </a:xfrm>
          <a:prstGeom prst="rect">
            <a:avLst/>
          </a:prstGeom>
          <a:solidFill>
            <a:srgbClr val="F43F5E">
              <a:alpha val="20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474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EXPORT ANOMALY LOG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343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exports generated programmatically — zero manual formatting required.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Summary &amp; Next Steps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1920240" cy="18288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19202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0428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automated null handling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CSV inspection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1280160"/>
            <a:ext cx="1920240" cy="1828800"/>
          </a:xfrm>
          <a:prstGeom prst="rect">
            <a:avLst/>
          </a:prstGeom>
          <a:solidFill>
            <a:srgbClr val="0F17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280160"/>
            <a:ext cx="1920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06040" y="1938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230428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10× speed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TSFresh pattern intelligence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1920240" cy="1828800"/>
          </a:xfrm>
          <a:prstGeom prst="rect">
            <a:avLst/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80160"/>
            <a:ext cx="19202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1938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30428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94%+ detection 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hybrid methodology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1280160"/>
            <a:ext cx="1920240" cy="182880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128016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1938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230428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+ CSV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Executive-ready dashboards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5303520" cy="1097280"/>
          </a:xfrm>
          <a:prstGeom prst="rect">
            <a:avLst/>
          </a:prstGeom>
          <a:solidFill>
            <a:srgbClr val="0F172A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29184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703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Streamlit Cloud for real-time monitoring</a:t>
            </a:r>
            <a:pPr indent="0" marL="0">
              <a:spcAft>
                <a:spcPts val="500"/>
              </a:spcAft>
              <a:buNone/>
            </a:pP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Fitbit API data ingestion</a:t>
            </a:r>
            <a:pPr indent="0" marL="0">
              <a:spcAft>
                <a:spcPts val="500"/>
              </a:spcAft>
              <a:buNone/>
            </a:pP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LSTM for deep-learning forecasting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52160" y="3291840"/>
            <a:ext cx="2926080" cy="1097280"/>
          </a:xfrm>
          <a:prstGeom prst="rect">
            <a:avLst/>
          </a:prstGeom>
          <a:solidFill>
            <a:srgbClr val="0F172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52160" y="3291840"/>
            <a:ext cx="54864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Contact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Dhengale
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github.com/dhengalesumit350
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Project FitPulse13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0" y="463600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FitPulse Pro: Elite Governance Suite</dc:title>
  <dc:subject>PptxGenJS Presentation</dc:subject>
  <dc:creator>Sumit Dhengale</dc:creator>
  <cp:lastModifiedBy>Sumit Dhengale</cp:lastModifiedBy>
  <cp:revision>1</cp:revision>
  <dcterms:created xsi:type="dcterms:W3CDTF">2026-03-31T11:10:33Z</dcterms:created>
  <dcterms:modified xsi:type="dcterms:W3CDTF">2026-03-31T11:10:33Z</dcterms:modified>
</cp:coreProperties>
</file>